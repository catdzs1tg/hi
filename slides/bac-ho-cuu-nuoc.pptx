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chủ đề: hành trình hơn 30 năm tìm đường cứu nước của Nguyễn Tất Thành – Nguyễn Ái Quốc – Hồ Chí Minh.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7A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2B70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Bác Hồ ra đi tìm đường cứu nước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B705"/>
                </a:solidFill>
              </a:rPr>
              <a:t>Hành trình từ bến Nhà Rồng (1911) đến Tuyên ngôn Độc lập (1945)</a:t>
            </a:r>
            <a:endParaRPr lang="en-US" sz="1800" dirty="0"/>
          </a:p>
        </p:txBody>
      </p:sp>
      <p:sp>
        <p:nvSpPr>
          <p:cNvPr id="4" name="Motif"/>
          <p:cNvSpPr/>
          <p:nvPr/>
        </p:nvSpPr>
        <p:spPr>
          <a:xfrm>
            <a:off x="6949440" y="3566160"/>
            <a:ext cx="1554480" cy="1554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tar"/>
          <p:cNvSpPr txBox="1"/>
          <p:nvPr/>
        </p:nvSpPr>
        <p:spPr>
          <a:xfrm>
            <a:off x="6949440" y="3566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Bối cảnh: đất nước chìm trong đêm tối</a:t>
            </a:r>
            <a:endParaRPr lang="en-US" sz="3200" dirty="0"/>
          </a:p>
        </p:txBody>
      </p:sp>
      <p:sp>
        <p:nvSpPr>
          <p:cNvPr id="3" name="Card0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CardHead0"/>
          <p:cNvSpPr txBox="1"/>
          <p:nvPr/>
        </p:nvSpPr>
        <p:spPr>
          <a:xfrm>
            <a:off x="7772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1858</a:t>
            </a:r>
            <a:endParaRPr lang="en-US" sz="3400" dirty="0"/>
          </a:p>
        </p:txBody>
      </p:sp>
      <p:sp>
        <p:nvSpPr>
          <p:cNvPr id="5" name="CardBody0"/>
          <p:cNvSpPr txBox="1"/>
          <p:nvPr/>
        </p:nvSpPr>
        <p:spPr>
          <a:xfrm>
            <a:off x="777240" y="2468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nổ súng xâm lược Việt Nam; đến cuối thế kỷ XIX, nước ta trở thành thuộc địa nửa phong kiến.</a:t>
            </a:r>
            <a:endParaRPr lang="en-US" sz="1600" dirty="0"/>
          </a:p>
        </p:txBody>
      </p:sp>
      <p:sp>
        <p:nvSpPr>
          <p:cNvPr id="6" name="Card1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7" name="CardHead1"/>
          <p:cNvSpPr txBox="1"/>
          <p:nvPr/>
        </p:nvSpPr>
        <p:spPr>
          <a:xfrm>
            <a:off x="35204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Bế tắc</a:t>
            </a:r>
            <a:endParaRPr lang="en-US" sz="3400" dirty="0"/>
          </a:p>
        </p:txBody>
      </p:sp>
      <p:sp>
        <p:nvSpPr>
          <p:cNvPr id="8" name="CardBody1"/>
          <p:cNvSpPr txBox="1"/>
          <p:nvPr/>
        </p:nvSpPr>
        <p:spPr>
          <a:xfrm>
            <a:off x="3520440" y="2468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phong trào Cần Vương, Đông Du, Duy Tân… lần lượt thất bại, chưa tìm ra đường lối đúng.</a:t>
            </a:r>
            <a:endParaRPr lang="en-US" sz="1600" dirty="0"/>
          </a:p>
        </p:txBody>
      </p:sp>
      <p:sp>
        <p:nvSpPr>
          <p:cNvPr id="9" name="Card2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CardHead2"/>
          <p:cNvSpPr txBox="1"/>
          <p:nvPr/>
        </p:nvSpPr>
        <p:spPr>
          <a:xfrm>
            <a:off x="62636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Khát vọng</a:t>
            </a:r>
            <a:endParaRPr lang="en-US" sz="3400" dirty="0"/>
          </a:p>
        </p:txBody>
      </p:sp>
      <p:sp>
        <p:nvSpPr>
          <p:cNvPr id="11" name="CardBody2"/>
          <p:cNvSpPr txBox="1"/>
          <p:nvPr/>
        </p:nvSpPr>
        <p:spPr>
          <a:xfrm>
            <a:off x="6263640" y="2468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Dân tộc cần một con đường cứu nước mới, phù hợp với thời đại.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Ngày 5/6/1911: lên đường</a:t>
            </a:r>
            <a:endParaRPr lang="en-US" sz="3200" dirty="0"/>
          </a:p>
        </p:txBody>
      </p:sp>
      <p:sp>
        <p:nvSpPr>
          <p:cNvPr id="3" name="BigStat"/>
          <p:cNvSpPr txBox="1"/>
          <p:nvPr/>
        </p:nvSpPr>
        <p:spPr>
          <a:xfrm>
            <a:off x="548640" y="1371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5/6/1911</a:t>
            </a:r>
            <a:endParaRPr lang="en-US" sz="6000" dirty="0"/>
          </a:p>
        </p:txBody>
      </p:sp>
      <p:sp>
        <p:nvSpPr>
          <p:cNvPr id="4" name="StatLabel"/>
          <p:cNvSpPr txBox="1"/>
          <p:nvPr/>
        </p:nvSpPr>
        <p:spPr>
          <a:xfrm>
            <a:off x="54864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bến cảng Nhà Rồng (Sài Gòn)</a:t>
            </a:r>
            <a:endParaRPr lang="en-US" sz="1800" dirty="0"/>
          </a:p>
        </p:txBody>
      </p:sp>
      <p:sp>
        <p:nvSpPr>
          <p:cNvPr id="5" name="Story"/>
          <p:cNvSpPr txBox="1"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thanh niên 21 tuổi Nguyễn Tất Thành, lấy tên Văn Ba, làm phụ bếp trên tàu Amiral Latouche-Tréville để sang phương Tây.</a:t>
            </a:r>
            <a:endParaRPr lang="en-US" sz="1600" dirty="0"/>
          </a:p>
        </p:txBody>
      </p:sp>
      <p:sp>
        <p:nvSpPr>
          <p:cNvPr id="6" name="QuoteCard"/>
          <p:cNvSpPr/>
          <p:nvPr/>
        </p:nvSpPr>
        <p:spPr>
          <a:xfrm>
            <a:off x="4937760" y="1371600"/>
            <a:ext cx="365760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5257800" y="164592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muốn đi ra ngoài, xem nước Pháp và các nước khác. Sau khi xem xét họ làm như thế nào, tôi sẽ trở về giúp đồng bào ta.”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Hành trình qua ba châu lục (1911–1917)</a:t>
            </a:r>
            <a:endParaRPr lang="en-US" sz="3200" dirty="0"/>
          </a:p>
        </p:txBody>
      </p:sp>
      <p:sp>
        <p:nvSpPr>
          <p:cNvPr id="3" name="Route"/>
          <p:cNvSpPr/>
          <p:nvPr/>
        </p:nvSpPr>
        <p:spPr>
          <a:xfrm>
            <a:off x="1188720" y="1874520"/>
            <a:ext cx="67665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4" name="Dot0"/>
          <p:cNvSpPr/>
          <p:nvPr/>
        </p:nvSpPr>
        <p:spPr>
          <a:xfrm>
            <a:off x="777240" y="14630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Num0"/>
          <p:cNvSpPr txBox="1"/>
          <p:nvPr/>
        </p:nvSpPr>
        <p:spPr>
          <a:xfrm>
            <a:off x="7772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Place0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Châu Phi</a:t>
            </a:r>
            <a:endParaRPr lang="en-US" sz="2200" dirty="0"/>
          </a:p>
        </p:txBody>
      </p:sp>
      <p:sp>
        <p:nvSpPr>
          <p:cNvPr id="7" name="Desc0"/>
          <p:cNvSpPr txBox="1"/>
          <p:nvPr/>
        </p:nvSpPr>
        <p:spPr>
          <a:xfrm>
            <a:off x="5486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chân tại nhiều cảng, tận mắt thấy cảnh người dân thuộc địa bị áp bức.</a:t>
            </a:r>
            <a:endParaRPr lang="en-US" sz="1600" dirty="0"/>
          </a:p>
        </p:txBody>
      </p:sp>
      <p:sp>
        <p:nvSpPr>
          <p:cNvPr id="8" name="Dot1"/>
          <p:cNvSpPr/>
          <p:nvPr/>
        </p:nvSpPr>
        <p:spPr>
          <a:xfrm>
            <a:off x="3520440" y="14630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Num1"/>
          <p:cNvSpPr txBox="1"/>
          <p:nvPr/>
        </p:nvSpPr>
        <p:spPr>
          <a:xfrm>
            <a:off x="35204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Place1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Châu Mỹ</a:t>
            </a:r>
            <a:endParaRPr lang="en-US" sz="2200" dirty="0"/>
          </a:p>
        </p:txBody>
      </p:sp>
      <p:sp>
        <p:nvSpPr>
          <p:cNvPr id="11" name="Desc1"/>
          <p:cNvSpPr txBox="1"/>
          <p:nvPr/>
        </p:nvSpPr>
        <p:spPr>
          <a:xfrm>
            <a:off x="32918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Sống và làm việc tại Mỹ, tìm hiểu xã hội và cuộc đấu tranh của người lao động.</a:t>
            </a:r>
            <a:endParaRPr lang="en-US" sz="1600" dirty="0"/>
          </a:p>
        </p:txBody>
      </p:sp>
      <p:sp>
        <p:nvSpPr>
          <p:cNvPr id="12" name="Dot2"/>
          <p:cNvSpPr/>
          <p:nvPr/>
        </p:nvSpPr>
        <p:spPr>
          <a:xfrm>
            <a:off x="6263640" y="14630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Num2"/>
          <p:cNvSpPr txBox="1"/>
          <p:nvPr/>
        </p:nvSpPr>
        <p:spPr>
          <a:xfrm>
            <a:off x="62636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Place2"/>
          <p:cNvSpPr txBox="1"/>
          <p:nvPr/>
        </p:nvSpPr>
        <p:spPr>
          <a:xfrm>
            <a:off x="60350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Châu Âu</a:t>
            </a:r>
            <a:endParaRPr lang="en-US" sz="2200" dirty="0"/>
          </a:p>
        </p:txBody>
      </p:sp>
      <p:sp>
        <p:nvSpPr>
          <p:cNvPr id="15" name="Desc2"/>
          <p:cNvSpPr txBox="1"/>
          <p:nvPr/>
        </p:nvSpPr>
        <p:spPr>
          <a:xfrm>
            <a:off x="60350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nhiều nghề ở Anh, rồi đến Pháp (1917); nhận ra: ở đâu người lao động cũng bị bóc lột.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1919: Bản yêu sách của nhân dân An Nam</a:t>
            </a:r>
            <a:endParaRPr lang="en-US" sz="3200" dirty="0"/>
          </a:p>
        </p:txBody>
      </p:sp>
      <p:sp>
        <p:nvSpPr>
          <p:cNvPr id="3" name="DateCard"/>
          <p:cNvSpPr/>
          <p:nvPr/>
        </p:nvSpPr>
        <p:spPr>
          <a:xfrm>
            <a:off x="548640" y="1371600"/>
            <a:ext cx="3108960" cy="3017520"/>
          </a:xfrm>
          <a:prstGeom prst="roundRect">
            <a:avLst>
              <a:gd name="adj" fmla="val 3030"/>
            </a:avLst>
          </a:prstGeom>
          <a:solidFill>
            <a:schemeClr val="accent2"/>
          </a:solidFill>
          <a:ln/>
        </p:spPr>
      </p:sp>
      <p:sp>
        <p:nvSpPr>
          <p:cNvPr id="4" name="Date"/>
          <p:cNvSpPr txBox="1"/>
          <p:nvPr/>
        </p:nvSpPr>
        <p:spPr>
          <a:xfrm>
            <a:off x="7772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18/6/1919</a:t>
            </a:r>
            <a:endParaRPr lang="en-US" sz="3600" dirty="0"/>
          </a:p>
        </p:txBody>
      </p:sp>
      <p:sp>
        <p:nvSpPr>
          <p:cNvPr id="5" name="DateNote"/>
          <p:cNvSpPr txBox="1"/>
          <p:nvPr/>
        </p:nvSpPr>
        <p:spPr>
          <a:xfrm>
            <a:off x="777240" y="25603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ký tên Nguyễn Ái Quốc</a:t>
            </a:r>
            <a:endParaRPr lang="en-US" sz="1800" dirty="0"/>
          </a:p>
        </p:txBody>
      </p:sp>
      <p:sp>
        <p:nvSpPr>
          <p:cNvPr id="6" name="Bullet0"/>
          <p:cNvSpPr/>
          <p:nvPr/>
        </p:nvSpPr>
        <p:spPr>
          <a:xfrm>
            <a:off x="402336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BNum0"/>
          <p:cNvSpPr txBox="1"/>
          <p:nvPr/>
        </p:nvSpPr>
        <p:spPr>
          <a:xfrm>
            <a:off x="4023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Point0"/>
          <p:cNvSpPr txBox="1"/>
          <p:nvPr/>
        </p:nvSpPr>
        <p:spPr>
          <a:xfrm>
            <a:off x="4617720" y="13716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đến Hội nghị Véc-xay (Versailles) gồm tám điểm đòi quyền tự do, dân chủ, bình đẳng cho nhân dân Việt Nam.</a:t>
            </a:r>
            <a:endParaRPr lang="en-US" sz="1600" dirty="0"/>
          </a:p>
        </p:txBody>
      </p:sp>
      <p:sp>
        <p:nvSpPr>
          <p:cNvPr id="9" name="Bullet1"/>
          <p:cNvSpPr/>
          <p:nvPr/>
        </p:nvSpPr>
        <p:spPr>
          <a:xfrm>
            <a:off x="4023360" y="2468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BNum1"/>
          <p:cNvSpPr txBox="1"/>
          <p:nvPr/>
        </p:nvSpPr>
        <p:spPr>
          <a:xfrm>
            <a:off x="40233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Point1"/>
          <p:cNvSpPr txBox="1"/>
          <p:nvPr/>
        </p:nvSpPr>
        <p:spPr>
          <a:xfrm>
            <a:off x="4617720" y="24231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sách không được các cường quốc đáp ứng.</a:t>
            </a:r>
            <a:endParaRPr lang="en-US" sz="1600" dirty="0"/>
          </a:p>
        </p:txBody>
      </p:sp>
      <p:sp>
        <p:nvSpPr>
          <p:cNvPr id="12" name="Bullet2"/>
          <p:cNvSpPr/>
          <p:nvPr/>
        </p:nvSpPr>
        <p:spPr>
          <a:xfrm>
            <a:off x="4023360" y="3520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BNum2"/>
          <p:cNvSpPr txBox="1"/>
          <p:nvPr/>
        </p:nvSpPr>
        <p:spPr>
          <a:xfrm>
            <a:off x="40233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Point2"/>
          <p:cNvSpPr txBox="1"/>
          <p:nvPr/>
        </p:nvSpPr>
        <p:spPr>
          <a:xfrm>
            <a:off x="4617720" y="34747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bài học: “muốn được độc lập, phải trông cậy vào lực lượng của bản thân mình”.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7/1920: tìm thấy con đường cứu nước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đọc “Sơ thảo lần thứ nhất những luận cương về vấn đề dân tộc và thuộc địa” của Lênin.</a:t>
            </a:r>
            <a:endParaRPr lang="en-US" sz="1800" dirty="0"/>
          </a:p>
        </p:txBody>
      </p:sp>
      <p:sp>
        <p:nvSpPr>
          <p:cNvPr id="4" name="QuoteBand"/>
          <p:cNvSpPr/>
          <p:nvPr/>
        </p:nvSpPr>
        <p:spPr>
          <a:xfrm>
            <a:off x="548640" y="2194560"/>
            <a:ext cx="80467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5" name="KeyQuote"/>
          <p:cNvSpPr txBox="1"/>
          <p:nvPr/>
        </p:nvSpPr>
        <p:spPr>
          <a:xfrm>
            <a:off x="914400" y="2331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“Muốn cứu nước và giải phóng dân tộc không có con đường nào khác con đường cách mạng vô sản.”</a:t>
            </a:r>
            <a:endParaRPr lang="en-US" sz="2400" dirty="0"/>
          </a:p>
        </p:txBody>
      </p:sp>
      <p:sp>
        <p:nvSpPr>
          <p:cNvPr id="6" name="Tours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12/1920: dự Đại hội Tours, tham gia sáng lập Đảng Cộng sản Pháp – trở thành người cộng sản Việt Nam đầu tiên.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Chuẩn bị về tư tưởng, tổ chức và lực lượng</a:t>
            </a:r>
            <a:endParaRPr lang="en-US" sz="3200" dirty="0"/>
          </a:p>
        </p:txBody>
      </p:sp>
      <p:sp>
        <p:nvSpPr>
          <p:cNvPr id="3" name="Date0"/>
          <p:cNvSpPr/>
          <p:nvPr/>
        </p:nvSpPr>
        <p:spPr>
          <a:xfrm>
            <a:off x="548640" y="128016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DateTxt0"/>
          <p:cNvSpPr txBox="1"/>
          <p:nvPr/>
        </p:nvSpPr>
        <p:spPr>
          <a:xfrm>
            <a:off x="5486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</a:t>
            </a:r>
            <a:endParaRPr lang="en-US" sz="2000" dirty="0"/>
          </a:p>
        </p:txBody>
      </p:sp>
      <p:sp>
        <p:nvSpPr>
          <p:cNvPr id="5" name="Event0"/>
          <p:cNvSpPr txBox="1"/>
          <p:nvPr/>
        </p:nvSpPr>
        <p:spPr>
          <a:xfrm>
            <a:off x="2834640" y="12801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lập Hội Việt Nam Cách mạng Thanh niên tại Quảng Châu, đào tạo cán bộ.</a:t>
            </a:r>
            <a:endParaRPr lang="en-US" sz="1600" dirty="0"/>
          </a:p>
        </p:txBody>
      </p:sp>
      <p:sp>
        <p:nvSpPr>
          <p:cNvPr id="6" name="Date1"/>
          <p:cNvSpPr/>
          <p:nvPr/>
        </p:nvSpPr>
        <p:spPr>
          <a:xfrm>
            <a:off x="548640" y="21031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7" name="DateTxt1"/>
          <p:cNvSpPr txBox="1"/>
          <p:nvPr/>
        </p:nvSpPr>
        <p:spPr>
          <a:xfrm>
            <a:off x="5486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1927</a:t>
            </a:r>
            <a:endParaRPr lang="en-US" sz="2000" dirty="0"/>
          </a:p>
        </p:txBody>
      </p:sp>
      <p:sp>
        <p:nvSpPr>
          <p:cNvPr id="8" name="Event1"/>
          <p:cNvSpPr txBox="1"/>
          <p:nvPr/>
        </p:nvSpPr>
        <p:spPr>
          <a:xfrm>
            <a:off x="283464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tác phẩm “Đường Kách mệnh”.</a:t>
            </a:r>
            <a:endParaRPr lang="en-US" sz="1600" dirty="0"/>
          </a:p>
        </p:txBody>
      </p:sp>
      <p:sp>
        <p:nvSpPr>
          <p:cNvPr id="9" name="Date2"/>
          <p:cNvSpPr/>
          <p:nvPr/>
        </p:nvSpPr>
        <p:spPr>
          <a:xfrm>
            <a:off x="548640" y="292608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0" name="DateTxt2"/>
          <p:cNvSpPr txBox="1"/>
          <p:nvPr/>
        </p:nvSpPr>
        <p:spPr>
          <a:xfrm>
            <a:off x="54864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3/2/1930</a:t>
            </a:r>
            <a:endParaRPr lang="en-US" sz="2000" dirty="0"/>
          </a:p>
        </p:txBody>
      </p:sp>
      <p:sp>
        <p:nvSpPr>
          <p:cNvPr id="11" name="Event2"/>
          <p:cNvSpPr txBox="1"/>
          <p:nvPr/>
        </p:nvSpPr>
        <p:spPr>
          <a:xfrm>
            <a:off x="283464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các tổ chức cộng sản, thành lập Đảng Cộng sản Việt Nam.</a:t>
            </a:r>
            <a:endParaRPr lang="en-US" sz="1600" dirty="0"/>
          </a:p>
        </p:txBody>
      </p:sp>
      <p:sp>
        <p:nvSpPr>
          <p:cNvPr id="12" name="Date3"/>
          <p:cNvSpPr/>
          <p:nvPr/>
        </p:nvSpPr>
        <p:spPr>
          <a:xfrm>
            <a:off x="548640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3" name="DateTxt3"/>
          <p:cNvSpPr txBox="1"/>
          <p:nvPr/>
        </p:nvSpPr>
        <p:spPr>
          <a:xfrm>
            <a:off x="548640" y="3749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28/1/1941</a:t>
            </a:r>
            <a:endParaRPr lang="en-US" sz="2000" dirty="0"/>
          </a:p>
        </p:txBody>
      </p:sp>
      <p:sp>
        <p:nvSpPr>
          <p:cNvPr id="14" name="Event3"/>
          <p:cNvSpPr txBox="1"/>
          <p:nvPr/>
        </p:nvSpPr>
        <p:spPr>
          <a:xfrm>
            <a:off x="2834640" y="3749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nước tại Pác Bó (Cao Bằng), trực tiếp lãnh đạo cách mạng; thành lập Việt Minh.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1945: thành quả của con đường đã chọn</a:t>
            </a:r>
            <a:endParaRPr lang="en-US" sz="3200" dirty="0"/>
          </a:p>
        </p:txBody>
      </p:sp>
      <p:sp>
        <p:nvSpPr>
          <p:cNvPr id="3" name="Stat0"/>
          <p:cNvSpPr txBox="1"/>
          <p:nvPr/>
        </p:nvSpPr>
        <p:spPr>
          <a:xfrm>
            <a:off x="5486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8/1945</a:t>
            </a:r>
            <a:endParaRPr lang="en-US" sz="3800" dirty="0"/>
          </a:p>
        </p:txBody>
      </p:sp>
      <p:sp>
        <p:nvSpPr>
          <p:cNvPr id="4" name="StatTxt0"/>
          <p:cNvSpPr txBox="1"/>
          <p:nvPr/>
        </p:nvSpPr>
        <p:spPr>
          <a:xfrm>
            <a:off x="54864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mạng Tháng Tám thành công trên cả nước</a:t>
            </a:r>
            <a:endParaRPr lang="en-US" sz="1600" dirty="0"/>
          </a:p>
        </p:txBody>
      </p:sp>
      <p:sp>
        <p:nvSpPr>
          <p:cNvPr id="5" name="Stat1"/>
          <p:cNvSpPr txBox="1"/>
          <p:nvPr/>
        </p:nvSpPr>
        <p:spPr>
          <a:xfrm>
            <a:off x="32918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2/9/1945</a:t>
            </a:r>
            <a:endParaRPr lang="en-US" sz="3800" dirty="0"/>
          </a:p>
        </p:txBody>
      </p:sp>
      <p:sp>
        <p:nvSpPr>
          <p:cNvPr id="6" name="StatTxt1"/>
          <p:cNvSpPr txBox="1"/>
          <p:nvPr/>
        </p:nvSpPr>
        <p:spPr>
          <a:xfrm>
            <a:off x="329184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tịch Hồ Chí Minh đọc Tuyên ngôn Độc lập tại Quảng trường Ba Đình</a:t>
            </a:r>
            <a:endParaRPr lang="en-US" sz="1600" dirty="0"/>
          </a:p>
        </p:txBody>
      </p:sp>
      <p:sp>
        <p:nvSpPr>
          <p:cNvPr id="7" name="Stat2"/>
          <p:cNvSpPr txBox="1"/>
          <p:nvPr/>
        </p:nvSpPr>
        <p:spPr>
          <a:xfrm>
            <a:off x="60350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VNDCCH</a:t>
            </a:r>
            <a:endParaRPr lang="en-US" sz="3800" dirty="0"/>
          </a:p>
        </p:txBody>
      </p:sp>
      <p:sp>
        <p:nvSpPr>
          <p:cNvPr id="8" name="StatTxt2"/>
          <p:cNvSpPr txBox="1"/>
          <p:nvPr/>
        </p:nvSpPr>
        <p:spPr>
          <a:xfrm>
            <a:off x="603504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Việt Nam Dân chủ Cộng hòa ra đời – nhà nước dân chủ đầu tiên ở Đông Nam Á</a:t>
            </a:r>
            <a:endParaRPr lang="en-US" sz="1600" dirty="0"/>
          </a:p>
        </p:txBody>
      </p:sp>
      <p:sp>
        <p:nvSpPr>
          <p:cNvPr id="9" name="QuoteBox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DeclQuote"/>
          <p:cNvSpPr txBox="1"/>
          <p:nvPr/>
        </p:nvSpPr>
        <p:spPr>
          <a:xfrm>
            <a:off x="82296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“Nước Việt Nam có quyền hưởng tự do và độc lập, và sự thật đã thành một nước tự do độc lập.”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Bài học từ hành trình cứu nước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B705"/>
                </a:solidFill>
              </a:rPr>
              <a:t>Khát vọng độc lập dân tộc • Tự học, tự lực • Gắn lý luận với thực tiễn • Đoàn kết toàn dân</a:t>
            </a:r>
            <a:endParaRPr lang="en-US" sz="1800" dirty="0"/>
          </a:p>
        </p:txBody>
      </p:sp>
      <p:sp>
        <p:nvSpPr>
          <p:cNvPr id="4" name="Thanks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các bạn đã lắng nghe!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cHo">
  <a:themeElements>
    <a:clrScheme name="BacHo">
      <a:dk1>
        <a:srgbClr val="222222"/>
      </a:dk1>
      <a:lt1>
        <a:srgbClr val="FFFFFF"/>
      </a:lt1>
      <a:dk2>
        <a:srgbClr val="7A1212"/>
      </a:dk2>
      <a:lt2>
        <a:srgbClr val="F8EDED"/>
      </a:lt2>
      <a:accent1>
        <a:srgbClr val="C8102E"/>
      </a:accent1>
      <a:accent2>
        <a:srgbClr val="F2B705"/>
      </a:accent2>
      <a:accent3>
        <a:srgbClr val="7A1212"/>
      </a:accent3>
      <a:accent4>
        <a:srgbClr val="8A8A8A"/>
      </a:accent4>
      <a:accent5>
        <a:srgbClr val="B5651D"/>
      </a:accent5>
      <a:accent6>
        <a:srgbClr val="4A4A4A"/>
      </a:accent6>
      <a:hlink>
        <a:srgbClr val="C8102E"/>
      </a:hlink>
      <a:folHlink>
        <a:srgbClr val="7A1212"/>
      </a:folHlink>
    </a:clrScheme>
    <a:fontScheme name="BacH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Bác Hồ ra đi tìm đường cứu nước</dc:title>
  <dc:subject>PptxGenJS Presentation</dc:subject>
  <dc:creator>PptxGenJS</dc:creator>
  <cp:lastModifiedBy>PptxGenJS</cp:lastModifiedBy>
  <cp:revision>1</cp:revision>
  <dcterms:created xsi:type="dcterms:W3CDTF">2026-10-25T03:48:51Z</dcterms:created>
  <dcterms:modified xsi:type="dcterms:W3CDTF">2026-10-25T03:48:51Z</dcterms:modified>
</cp:coreProperties>
</file>